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7619695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7043"/>
                </a:solidFill>
              </a:defRPr>
            </a:pPr>
            <a:r>
              <a:t>동동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57575"/>
                </a:solidFill>
              </a:defRPr>
            </a:pPr>
            <a:r>
              <a:t>취미 기반 모임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33295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오늘의 구현 내용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720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</a:defRPr>
            </a:pPr>
            <a:r>
              <a:t>2026.05.12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64008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회원가입 화면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뒤로가기 버튼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60320"/>
            <a:ext cx="64008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모임 생성 기능 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모임 사진 업로드 + UI 리디자인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474720"/>
            <a:ext cx="64008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메인 화면 검색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검색바 + 지역 필터 + 정렬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89120"/>
            <a:ext cx="64008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실시간 채팅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WebSocket 기반 모임 채팅방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03520"/>
            <a:ext cx="64008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모임 상세 화면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방장 설정 아이콘 + 채팅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01  회원가입 화면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변경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RegisterScreen에 TopAppBar 추가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뒤로가기 화살표 버튼 (ArrowBack 아이콘)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navController.popBackStack()으로 로그인 화면 복귀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화면 상단에 '회원가입' 타이틀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적용 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Material3 TopAppBar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Icons.AutoMirrored.Filled.ArrowBack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Jetpack Navigation popBackStack()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 모임 생성 - 이미지 업로드 &amp; UI 리디자인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백엔드 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1371600" cy="32004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groups.py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JSON Body → Form + File (Multipart) 변경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이미지 업로드 시 UUID 기반 파일명으로 저장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이미지 미첨부 시 기본 이미지 자동 설정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tags는 JSON 문자열로 파싱 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프론트엔드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GroupDetailScreen 스타일로 UI 리디자인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상단 260dp 이미지 영역 (탭하여 갤러리 선택)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Coil AsyncImage로 미리보기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카드 기반 섹션 구성 (모임 정보 / 모임 소개)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태그 실시간 칩 생성 (쉼표 입력 시 자동 추가)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@Multipart + @Part로 API 호출 변경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하단 BottomBar 고정 버튼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03  메인 화면 검색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645920" cy="365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검색바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모임 이름 / 태그 / 설명 통합 검색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엔터 키 또는 돋보기 버튼으로 검색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X 버튼으로 검색어 초기화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돋보기 아이콘 오른쪽 배치 (모바일 UX)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737360"/>
            <a:ext cx="1645920" cy="36576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지역 필터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바텀시트에서 17개 시도 선택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선택된 지역 칩으로 표시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백엔드 ILIKE 쿼리로 부분 일치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'전체 지역' 선택 시 필터 해제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1737360"/>
            <a:ext cx="1645920" cy="36576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정렬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최신순 (기본) / 멤버 많은순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바텀시트로 선택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멤버순: 서브쿼리 JOIN 정렬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결과 헤더에 검색 결과 건수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04  실시간 채팅 - 시스템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WebSocket 통신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463040" cy="91440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채팅방 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7432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043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560320"/>
            <a:ext cx="1463040" cy="9144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REST API</a:t>
            </a:r>
            <a:br/>
            <a:r>
              <a:t>이전 메시지 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043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1463040" cy="9144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WebSocket 연결</a:t>
            </a:r>
            <a:br/>
            <a:r>
              <a:t>(JWT 토큰 인증)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7432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043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2560320"/>
            <a:ext cx="1463040" cy="9144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입장 알림</a:t>
            </a:r>
            <a:br/>
            <a:r>
              <a:t>브로드캐스트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7432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043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560320"/>
            <a:ext cx="1463040" cy="9144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메시지 송수신</a:t>
            </a:r>
            <a:br/>
            <a:r>
              <a:t>(실시간)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7432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043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560320"/>
            <a:ext cx="1463040" cy="9144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DB 저장</a:t>
            </a:r>
            <a:br/>
            <a:r>
              <a:t>+ 전체 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기술 스택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389120"/>
            <a:ext cx="1828800" cy="365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FastAPI WebSocket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4389120"/>
            <a:ext cx="1828800" cy="36576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OkHttp WebSocketListener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389120"/>
            <a:ext cx="1828800" cy="365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ConnectionManager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389120"/>
            <a:ext cx="1828800" cy="36576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JWT 인증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389120"/>
            <a:ext cx="1828800" cy="36576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Handler(MainLooper)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57575"/>
                </a:solidFill>
              </a:defRPr>
            </a:pPr>
            <a:r>
              <a:t>• 모임별 ConnectionManager로 WebSocket 연결 관리 (방 단위 브로드캐스트)</a:t>
            </a:r>
          </a:p>
          <a:p>
            <a:pPr>
              <a:spcAft>
                <a:spcPts val="800"/>
              </a:spcAft>
              <a:defRPr sz="1400">
                <a:solidFill>
                  <a:srgbClr val="757575"/>
                </a:solidFill>
              </a:defRPr>
            </a:pPr>
            <a:r>
              <a:t>• 멤버 인증 실패 시 WebSocket 연결 거부 (4001, 4003 코드)</a:t>
            </a:r>
          </a:p>
          <a:p>
            <a:pPr>
              <a:spcAft>
                <a:spcPts val="800"/>
              </a:spcAft>
              <a:defRPr sz="1400">
                <a:solidFill>
                  <a:srgbClr val="757575"/>
                </a:solidFill>
              </a:defRPr>
            </a:pPr>
            <a:r>
              <a:t>• pingInterval 30초로 연결 유지, Handler로 메인 스레드 상태 업데이트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04  실시간 채팅 - 구현 파일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백엔드 (Python/FastAPI)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models.py — ChatMessage ↔ User 관계 추가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schemas.py — sender_nickname, profile_image 필드 추가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crud.py — create_chat_message(), get_chat_messages()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routers/chat.py — (신규 생성)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ConnectionManager: 모임별 연결 관리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WS /chat/ws/{group_id}: WebSocket 엔드포인트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└ GET /chat/{group_id}/messages: 이전 메시지 조회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main.py — chat 라우터 등록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프론트엔드 (Kotlin/Compose)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DataModels.kt — ChatMessageDTO 추가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ApiService.kt — getChatMessages() 추가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ChatWebSocket.kt — (신규 생성)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OkHttp WebSocketListener 기반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Handler(MainLooper)로 메인 스레드 전환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└ pingInterval 30초 연결 유지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ChatScreen.kt — (신규 생성)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내 메시지: 오렌지 말풍선 (오른쪽)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상대 메시지: 흰색 말풍선 + 프로필 (왼쪽)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├ 시스템 알림: 입장/퇴장 중앙 표시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  └ 시간 표시: 오전/오후 형식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MainActivity.kt — 채팅 네비게이션 등록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 모임 상세 화면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0000"/>
                </a:solidFill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방장: 하단 버튼 '모임 관리하기'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멤버: 하단 버튼 '채팅방으로 이동'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모임 관리 = 하단 버튼에서만 접근 가능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→ 방장은 채팅방에 직접 접근 불가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→ 관리 기능이 하단 버튼을 차지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A5"/>
                </a:solidFill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방장 + 멤버: 하단 버튼 '채팅방으로 이동'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방장 전용: 우상단 설정(⚙) 아이콘 추가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설정 아이콘 → 모임 관리 다이얼로그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→ 방장도 채팅방 바로 이동 가능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→ 관리 기능은 상단 아이콘으로 분리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전체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2743200" cy="10972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Android (Kotlin)</a:t>
            </a:r>
            <a:br/>
            <a:r>
              <a:t>Jetpack Compose</a:t>
            </a:r>
            <a:br/>
            <a:r>
              <a:t>Retrofit + OkHttp 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011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7043"/>
                </a:solidFill>
              </a:defRPr>
            </a:pPr>
            <a:r>
              <a:t>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2743200" cy="10972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FastAPI (Python)</a:t>
            </a:r>
            <a:br/>
            <a:r>
              <a:t>REST API + WebSocket</a:t>
            </a:r>
            <a:br/>
            <a:r>
              <a:t>SQLAlchemy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011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FA5"/>
                </a:solidFill>
              </a:defRPr>
            </a:pPr>
            <a:r>
              <a:t>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828800"/>
            <a:ext cx="2286000" cy="10972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MySQL (Docker)</a:t>
            </a:r>
            <a:br/>
            <a:r>
              <a:t>Port: 3307</a:t>
            </a:r>
            <a:br/>
            <a:r>
              <a:t>DB: dongdong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2286000" cy="4114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회원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가입 / 로그인</a:t>
            </a:r>
            <a:br/>
            <a:r>
              <a:t>JWT 인증 / 프로필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657600"/>
            <a:ext cx="2286000" cy="4114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모임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생성(이미지) / 가입 신청</a:t>
            </a:r>
            <a:br/>
            <a:r>
              <a:t>탈퇴 / 강퇴 / 알림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57600"/>
            <a:ext cx="2286000" cy="4114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검색 &amp;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텍스트 검색 / 지역 필터</a:t>
            </a:r>
            <a:br/>
            <a:r>
              <a:t>정렬 (최신순·멤버순)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3657600"/>
            <a:ext cx="2286000" cy="4114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실시간 채팅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WebSocket 양방향 통신</a:t>
            </a:r>
            <a:br/>
            <a:r>
              <a:t>모임별 채팅방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7619695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57575"/>
                </a:solidFill>
              </a:defRPr>
            </a:pPr>
            <a:r>
              <a:t>오늘 구현: 5개 주요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6705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7043"/>
                </a:solidFill>
              </a:defRPr>
            </a:pPr>
            <a:r>
              <a:t>회원가입 개선 · 모임 생성 강화 · 검색 기능 · 실시간 채팅 · UI 개선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